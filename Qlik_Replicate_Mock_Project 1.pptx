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Mock Project: Data Replication using Qlik Replicate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MySQL to MSSQL Server | Training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- Replicate transactional data from MySQL to MSSQL Server in near real-time.</a:t>
            </a:r>
          </a:p>
          <a:p/>
          <a:p>
            <a:r>
              <a:t>Scope:</a:t>
            </a:r>
          </a:p>
          <a:p>
            <a:r>
              <a:t>- Use Qlik Replicate for full load and CDC.</a:t>
            </a:r>
          </a:p>
          <a:p>
            <a:r>
              <a:t>- Source: ecommerce_db (MySQL)</a:t>
            </a:r>
          </a:p>
          <a:p>
            <a:r>
              <a:t>- Target: ecommerce_replica (MSSQL Server)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</a:t>
            </a:r>
          </a:p>
          <a:p>
            <a:r>
              <a:t>(ecommerce_db)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Qlik Replicate</a:t>
            </a:r>
          </a:p>
          <a:p>
            <a:r>
              <a:t>(ETL 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MSSQL Server</a:t>
            </a:r>
          </a:p>
          <a:p>
            <a:r>
              <a:t>(ecommerce_replica)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Install Qlik Replicate</a:t>
            </a:r>
          </a:p>
          <a:p>
            <a:r>
              <a:t>- Configure MySQL and MSSQL endpoints</a:t>
            </a:r>
          </a:p>
          <a:p>
            <a:r>
              <a:t>- Enable binary logging in MySQL</a:t>
            </a:r>
          </a:p>
          <a:p>
            <a:r>
              <a:t>- Ensure MSSQL target schema is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Task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Task Name: MySQL_to_MSSQL_Replication</a:t>
            </a:r>
          </a:p>
          <a:p>
            <a:r>
              <a:t>- Mode: Full Load + Change Processing</a:t>
            </a:r>
          </a:p>
          <a:p>
            <a:r>
              <a:t>- Tables: customers, orders, products, order_items</a:t>
            </a:r>
          </a:p>
          <a:p>
            <a:r>
              <a:t>- Optional: Add 'rep_' prefix to target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full load and CDC events</a:t>
            </a:r>
          </a:p>
          <a:p>
            <a:r>
              <a:t>- Simulate inserts/updates/deletes in MySQL</a:t>
            </a:r>
          </a:p>
          <a:p>
            <a:r>
              <a:t>- Validate row counts and sample data in MSSQL</a:t>
            </a:r>
          </a:p>
          <a:p>
            <a:r>
              <a:t>- Use Qlik Replicate logs and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Replication task configuration file</a:t>
            </a:r>
          </a:p>
          <a:p>
            <a:r>
              <a:t>- Screenshots of setup and monitoring</a:t>
            </a:r>
          </a:p>
          <a:p>
            <a:r>
              <a:t>- SQL scripts for schema creation</a:t>
            </a:r>
          </a:p>
          <a:p>
            <a:r>
              <a:t>- Summary report of replication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